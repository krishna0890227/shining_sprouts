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BE8A8-8E76-FF34-C7BC-D70FE3299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09D65-BB1C-2690-4E13-4609DCE61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CF5EA-BBF0-C80E-6B4F-FFD5D01A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B3A0-35F7-4A55-AEF7-A6D6066B72C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55DBF-A1C2-FC75-715C-98F2F323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05F24-2D3B-0615-2F3D-EA6B20F3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AA74-B794-404A-BF0B-6A82DF56C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05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91B7-1FE6-06EF-0D43-AC8E0D2C7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E01A2-DDDA-121A-E70A-4A5FBB534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C9360-1FD5-9463-9ADA-0D2D53389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B3A0-35F7-4A55-AEF7-A6D6066B72C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0B18A-9802-094C-BAE3-0C382EB43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5A45B-AE4E-D19B-D226-C9B35A9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AA74-B794-404A-BF0B-6A82DF56C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03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BA7FB-E8E9-0450-CFBF-E25389191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96F1-481C-9C91-6C61-FFB7FC969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39777-7915-F9A8-BD5C-3BDB3FBEE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B3A0-35F7-4A55-AEF7-A6D6066B72C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9A4E6-D297-6B26-B7EB-0ECF5C3A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674A1-A883-4E21-37C7-AD4866B86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AA74-B794-404A-BF0B-6A82DF56C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455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EADB-C65E-F914-0CF9-3C76872A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2D3BC-F096-DCCE-4389-16E1EDD2E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CA4FD-2509-FC88-3EDE-18180B43A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08D8C-4C79-DD4B-602D-1F04D61D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B3A0-35F7-4A55-AEF7-A6D6066B72C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E27E0-188D-8DFD-4ADA-A0D99D98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BDA9-CC64-00EC-0953-0362A359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AA74-B794-404A-BF0B-6A82DF56C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39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07F88-6BEA-8B81-EF94-98DAB87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F9451-CC0F-7F99-1D10-9A470506F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41AA4-C126-8223-E505-707D5F768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7A1E7A-870E-7F8A-BDE1-661DA3FE6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5C216D-4560-5A4B-A958-CE9563611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651927-5CB6-A07F-C804-BE110C2A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B3A0-35F7-4A55-AEF7-A6D6066B72C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804C86-CC13-FE32-AED6-364C2FBFC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06CEE-66B2-FB0C-FFD4-602ECB52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AA74-B794-404A-BF0B-6A82DF56C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8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D9CA-15C3-8C73-F2DE-BE951F71F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8384A5-594A-4373-8E48-D8749D6EE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B3A0-35F7-4A55-AEF7-A6D6066B72C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D3BE3-F375-ED6C-CF58-F3429F044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97B7F-E4E4-A6C9-2DC3-ECE3431F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AA74-B794-404A-BF0B-6A82DF56C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7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F55DB1-D8F7-78ED-CE02-298EFCA3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B3A0-35F7-4A55-AEF7-A6D6066B72C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76688-2EDE-32F6-6334-F6414EEB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7AE46-7EC6-6C15-6B78-6B1F94CAC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AA74-B794-404A-BF0B-6A82DF56C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5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F725-406E-87B9-106E-0DC72801F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4D83E-27B7-82F3-EC0E-10650D3DF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9B58-920A-DDD9-7EDF-456B3B49B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F00B1-E05C-F4DA-A62C-DA33E783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B3A0-35F7-4A55-AEF7-A6D6066B72C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B1F85-2A51-F1F1-C21D-EC3B734F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361C7-CC1F-A3FE-A92B-A9AAB1AF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AA74-B794-404A-BF0B-6A82DF56C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1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0432-12D2-2F83-3E13-1A3A9AC8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D25840-B418-6B22-0AA6-28B2FF929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320D5-6236-24DC-85B1-BDCFD78DB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CE97C-40C8-7ED4-BE3A-C9C5199F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B3A0-35F7-4A55-AEF7-A6D6066B72C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E5A84-3380-3FBC-E603-59FFE5A9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BBE34-9096-3400-2B42-89FDB44CE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AA74-B794-404A-BF0B-6A82DF56C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49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21CB-3DA4-051D-25D0-79AA2A99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62DF0-6CD9-1260-BFCD-421BE194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BAEB8-36E1-EB97-DA9D-1F6376D9E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B3A0-35F7-4A55-AEF7-A6D6066B72C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D95B5-B11C-646F-4623-7D415156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21D49-6CEB-6064-570E-598B79F5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AA74-B794-404A-BF0B-6A82DF56C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3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529665-6FEC-9D43-9C56-207BB7AE4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96B93-0637-0477-12BA-744B6699B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7B1C6-1B11-F451-6F3E-59EA3024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B3A0-35F7-4A55-AEF7-A6D6066B72C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585DB-F4C1-95A6-B516-3B609FAE3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DDE2A-6EFD-E853-B2B4-5F24696C0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AA74-B794-404A-BF0B-6A82DF56C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06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BD62B9-B25A-8702-3654-E2E5DCF82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6A611-7CE2-4AFB-F4BC-77CE5FEA5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FD91A-7CB0-6473-62A1-2D52AFFAFE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9AB3A0-35F7-4A55-AEF7-A6D6066B72C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938AE-2317-9100-20DB-E7C144F87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29126-5387-4CE3-25A3-0FF4E07D4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A9AA74-B794-404A-BF0B-6A82DF56C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EAFC76-4E25-86F4-84DE-EC6B39C57B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21" t="2827" r="12005" b="3096"/>
          <a:stretch>
            <a:fillRect/>
          </a:stretch>
        </p:blipFill>
        <p:spPr>
          <a:xfrm>
            <a:off x="1371033" y="1576316"/>
            <a:ext cx="1783648" cy="3996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28DBA3-29AC-7BC5-CBE5-12C1848DE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34" y="1576316"/>
            <a:ext cx="8196044" cy="40818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D0EAFE-B540-0398-BE0A-AFCBCA1F5C7F}"/>
              </a:ext>
            </a:extLst>
          </p:cNvPr>
          <p:cNvSpPr txBox="1"/>
          <p:nvPr/>
        </p:nvSpPr>
        <p:spPr>
          <a:xfrm>
            <a:off x="1493240" y="1100961"/>
            <a:ext cx="1383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Mobile 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271AE1-4A44-78D0-4724-CFE73F7CAEC7}"/>
              </a:ext>
            </a:extLst>
          </p:cNvPr>
          <p:cNvSpPr txBox="1"/>
          <p:nvPr/>
        </p:nvSpPr>
        <p:spPr>
          <a:xfrm>
            <a:off x="6842480" y="1100961"/>
            <a:ext cx="154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Desktop View</a:t>
            </a:r>
          </a:p>
        </p:txBody>
      </p:sp>
    </p:spTree>
    <p:extLst>
      <p:ext uri="{BB962C8B-B14F-4D97-AF65-F5344CB8AC3E}">
        <p14:creationId xmlns:p14="http://schemas.microsoft.com/office/powerpoint/2010/main" val="1913114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  Acharya</dc:creator>
  <cp:lastModifiedBy>Shree  Acharya</cp:lastModifiedBy>
  <cp:revision>1</cp:revision>
  <dcterms:created xsi:type="dcterms:W3CDTF">2026-06-13T05:04:07Z</dcterms:created>
  <dcterms:modified xsi:type="dcterms:W3CDTF">2026-06-13T05:17:56Z</dcterms:modified>
</cp:coreProperties>
</file>